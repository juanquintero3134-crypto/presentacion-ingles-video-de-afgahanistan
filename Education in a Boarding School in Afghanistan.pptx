
<file path=[Content_Types].xml><?xml version="1.0" encoding="utf-8"?>
<Types xmlns="http://schemas.openxmlformats.org/package/2006/content-types">
  <Default Extension="gif" ContentType="image/gif"/>
  <Default Extension="jpeg" ContentType="image/jpeg"/>
  <Default Extension="m4a" ContentType="audio/mp4"/>
  <Default Extension="mp3" ContentType="audio/m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B5EEA1-797C-4694-A352-86BCAD67E805}" type="datetimeFigureOut">
              <a:rPr lang="es-CO" smtClean="0"/>
              <a:t>14/03/2026</a:t>
            </a:fld>
            <a:endParaRPr lang="es-CO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A265CB-A5C0-49A3-812F-0DD09BECD535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651325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A0C3F-7698-475A-8564-6055245882A5}" type="datetime1">
              <a:rPr lang="es-CO" smtClean="0"/>
              <a:t>14/03/2026</a:t>
            </a:fld>
            <a:endParaRPr lang="es-C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791E2-A3F6-4261-97D5-595AB41EA5EF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537059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24C66-BDF9-4BAC-89E1-EF28739B3E01}" type="datetime1">
              <a:rPr lang="es-CO" smtClean="0"/>
              <a:t>14/03/2026</a:t>
            </a:fld>
            <a:endParaRPr lang="es-C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791E2-A3F6-4261-97D5-595AB41EA5EF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692275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D8456-E369-4953-A47C-BD11A1738133}" type="datetime1">
              <a:rPr lang="es-CO" smtClean="0"/>
              <a:t>14/03/2026</a:t>
            </a:fld>
            <a:endParaRPr lang="es-C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791E2-A3F6-4261-97D5-595AB41EA5EF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991695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77D2E-2CFB-43E8-9FF2-7FFD38BEB266}" type="datetime1">
              <a:rPr lang="es-CO" smtClean="0"/>
              <a:t>14/03/2026</a:t>
            </a:fld>
            <a:endParaRPr lang="es-C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791E2-A3F6-4261-97D5-595AB41EA5EF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198500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33F2D-6A56-4899-AB85-709C6FA0512D}" type="datetime1">
              <a:rPr lang="es-CO" smtClean="0"/>
              <a:t>14/03/2026</a:t>
            </a:fld>
            <a:endParaRPr lang="es-CO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791E2-A3F6-4261-97D5-595AB41EA5EF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734552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28054-AEE7-4A18-A59D-1FE1FDC0F8B2}" type="datetime1">
              <a:rPr lang="es-CO" smtClean="0"/>
              <a:t>14/03/2026</a:t>
            </a:fld>
            <a:endParaRPr lang="es-CO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791E2-A3F6-4261-97D5-595AB41EA5EF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27284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E8054-B174-480F-BBE1-EDD30F6C37F5}" type="datetime1">
              <a:rPr lang="es-CO" smtClean="0"/>
              <a:t>14/03/2026</a:t>
            </a:fld>
            <a:endParaRPr lang="es-CO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791E2-A3F6-4261-97D5-595AB41EA5EF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524027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70A61-9BAD-4990-B01D-1181CE45B868}" type="datetime1">
              <a:rPr lang="es-CO" smtClean="0"/>
              <a:t>14/03/2026</a:t>
            </a:fld>
            <a:endParaRPr lang="es-C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791E2-A3F6-4261-97D5-595AB41EA5EF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341987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29B1D-5567-426C-8305-3C2D6E90753B}" type="datetime1">
              <a:rPr lang="es-CO" smtClean="0"/>
              <a:t>14/03/2026</a:t>
            </a:fld>
            <a:endParaRPr lang="es-C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791E2-A3F6-4261-97D5-595AB41EA5EF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692303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E1CD4-7F67-474A-825A-C83F7AE73B53}" type="datetime1">
              <a:rPr lang="es-CO" smtClean="0"/>
              <a:t>14/03/2026</a:t>
            </a:fld>
            <a:endParaRPr lang="es-C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791E2-A3F6-4261-97D5-595AB41EA5EF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444311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7DF00-16A0-4FC8-BD4C-2CC3F1E19D5F}" type="datetime1">
              <a:rPr lang="es-CO" smtClean="0"/>
              <a:t>14/03/2026</a:t>
            </a:fld>
            <a:endParaRPr lang="es-C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791E2-A3F6-4261-97D5-595AB41EA5EF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72373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866E14-9BD6-4CE7-A0E3-54E5DB399944}" type="datetime1">
              <a:rPr lang="es-CO" smtClean="0"/>
              <a:t>14/03/2026</a:t>
            </a:fld>
            <a:endParaRPr lang="es-C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F791E2-A3F6-4261-97D5-595AB41EA5EF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0104443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4.svg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11.svg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10.png"/><Relationship Id="rId11" Type="http://schemas.openxmlformats.org/officeDocument/2006/relationships/image" Target="../media/image7.png"/><Relationship Id="rId5" Type="http://schemas.openxmlformats.org/officeDocument/2006/relationships/image" Target="../media/image9.svg"/><Relationship Id="rId10" Type="http://schemas.openxmlformats.org/officeDocument/2006/relationships/image" Target="../media/image14.gif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svg"/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18.svg"/><Relationship Id="rId12" Type="http://schemas.openxmlformats.org/officeDocument/2006/relationships/image" Target="../media/image23.png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17.png"/><Relationship Id="rId11" Type="http://schemas.openxmlformats.org/officeDocument/2006/relationships/image" Target="../media/image22.svg"/><Relationship Id="rId5" Type="http://schemas.openxmlformats.org/officeDocument/2006/relationships/image" Target="../media/image16.gif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svg"/><Relationship Id="rId1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28.svg"/><Relationship Id="rId12" Type="http://schemas.openxmlformats.org/officeDocument/2006/relationships/image" Target="../media/image7.png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6" Type="http://schemas.openxmlformats.org/officeDocument/2006/relationships/image" Target="../media/image27.png"/><Relationship Id="rId11" Type="http://schemas.openxmlformats.org/officeDocument/2006/relationships/image" Target="../media/image32.svg"/><Relationship Id="rId5" Type="http://schemas.openxmlformats.org/officeDocument/2006/relationships/image" Target="../media/image26.gif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36.svg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40.png"/><Relationship Id="rId12" Type="http://schemas.openxmlformats.org/officeDocument/2006/relationships/image" Target="../media/image43.svg"/><Relationship Id="rId2" Type="http://schemas.openxmlformats.org/officeDocument/2006/relationships/audio" Target="../media/media6.mp4"/><Relationship Id="rId1" Type="http://schemas.microsoft.com/office/2007/relationships/media" Target="../media/media6.mp4"/><Relationship Id="rId6" Type="http://schemas.openxmlformats.org/officeDocument/2006/relationships/image" Target="../media/image39.svg"/><Relationship Id="rId11" Type="http://schemas.openxmlformats.org/officeDocument/2006/relationships/image" Target="../media/image42.png"/><Relationship Id="rId5" Type="http://schemas.openxmlformats.org/officeDocument/2006/relationships/image" Target="../media/image38.png"/><Relationship Id="rId10" Type="http://schemas.openxmlformats.org/officeDocument/2006/relationships/image" Target="../media/image18.svg"/><Relationship Id="rId4" Type="http://schemas.openxmlformats.org/officeDocument/2006/relationships/image" Target="../media/image37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5" Type="http://schemas.openxmlformats.org/officeDocument/2006/relationships/image" Target="../media/image7.png"/><Relationship Id="rId4" Type="http://schemas.openxmlformats.org/officeDocument/2006/relationships/image" Target="../media/image4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EABB03-7CE0-EADE-6EA1-E6AEF7546C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30478" y="257124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Education in a Boarding School in Afghanistan</a:t>
            </a:r>
            <a:b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09C7A97-57B2-30D4-4390-CA9DAA9F5A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30478" y="2019045"/>
            <a:ext cx="9144000" cy="4838955"/>
          </a:xfrm>
        </p:spPr>
        <p:txBody>
          <a:bodyPr>
            <a:noAutofit/>
          </a:bodyPr>
          <a:lstStyle/>
          <a:p>
            <a:pPr>
              <a:lnSpc>
                <a:spcPts val="5599"/>
              </a:lnSpc>
            </a:pP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pPr>
              <a:lnSpc>
                <a:spcPts val="5599"/>
              </a:lnSpc>
            </a:pP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Juan Pablo Blandon Quintero</a:t>
            </a:r>
          </a:p>
          <a:p>
            <a:pPr>
              <a:lnSpc>
                <a:spcPts val="5599"/>
              </a:lnSpc>
            </a:pP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Ximena Zapata Gonzalez</a:t>
            </a:r>
          </a:p>
          <a:p>
            <a:pPr>
              <a:lnSpc>
                <a:spcPts val="5599"/>
              </a:lnSpc>
            </a:pP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Juan Cabrera </a:t>
            </a:r>
          </a:p>
          <a:p>
            <a:pPr>
              <a:lnSpc>
                <a:spcPts val="5599"/>
              </a:lnSpc>
            </a:pP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Yilmer Adrian Ortega Florez</a:t>
            </a:r>
          </a:p>
          <a:p>
            <a:pPr>
              <a:lnSpc>
                <a:spcPts val="5599"/>
              </a:lnSpc>
            </a:pP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Luis Fernando Quiceno Corrales</a:t>
            </a:r>
            <a:endParaRPr lang="es-CO" sz="2800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DEBEA48F-E562-C54C-E509-2A51B13BC2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9729438" y="1875952"/>
            <a:ext cx="2118433" cy="4893309"/>
          </a:xfrm>
          <a:prstGeom prst="rect">
            <a:avLst/>
          </a:prstGeom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16FA47FA-070B-FBBD-C06A-097F65C03B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 rot="1474667">
            <a:off x="237037" y="4557782"/>
            <a:ext cx="2745763" cy="1927027"/>
          </a:xfrm>
          <a:prstGeom prst="rect">
            <a:avLst/>
          </a:prstGeom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FA87EE78-55AC-1084-89C2-37DDC2D3B67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20335836">
            <a:off x="36728" y="1171533"/>
            <a:ext cx="4109055" cy="2719447"/>
          </a:xfrm>
          <a:prstGeom prst="rect">
            <a:avLst/>
          </a:prstGeom>
        </p:spPr>
      </p:pic>
      <p:pic>
        <p:nvPicPr>
          <p:cNvPr id="7" name="AudioPortada">
            <a:hlinkClick r:id="" action="ppaction://media"/>
            <a:extLst>
              <a:ext uri="{FF2B5EF4-FFF2-40B4-BE49-F238E27FC236}">
                <a16:creationId xmlns:a16="http://schemas.microsoft.com/office/drawing/2014/main" id="{AB29F204-6656-1B6C-7808-5C086A47FDB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3011464" y="6281898"/>
            <a:ext cx="487363" cy="487363"/>
          </a:xfrm>
          <a:prstGeom prst="rect">
            <a:avLst/>
          </a:prstGeom>
        </p:spPr>
      </p:pic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2C92E5FD-D912-F252-7DEF-53FC676DA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791E2-A3F6-4261-97D5-595AB41EA5EF}" type="slidenum">
              <a:rPr lang="es-CO" smtClean="0"/>
              <a:t>1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411481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1989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6A3C96-3FD1-6D84-8558-9BBA5C295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Content</a:t>
            </a:r>
            <a:endParaRPr lang="es-CO" dirty="0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9A2F4EBE-5B79-236A-DACB-2FDED52401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456775" y="1999491"/>
            <a:ext cx="2411811" cy="1062344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C4473790-F81E-866B-E8BF-C2F23D523E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4514350" y="1999491"/>
            <a:ext cx="2949348" cy="1179097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0ACFA344-DDDD-5F2B-2879-45282B75E9A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>
            <a:off x="8425403" y="2063446"/>
            <a:ext cx="3113594" cy="1244759"/>
          </a:xfrm>
          <a:prstGeom prst="rect">
            <a:avLst/>
          </a:prstGeom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73F4531D-A905-FB69-63AB-C528EAAE72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456775" y="4143500"/>
            <a:ext cx="3009390" cy="1325563"/>
          </a:xfrm>
          <a:prstGeom prst="rect">
            <a:avLst/>
          </a:prstGeom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C6CA30A5-F9E1-07D7-7D5F-EEE10C56FFA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4514350" y="4173726"/>
            <a:ext cx="3315713" cy="1325563"/>
          </a:xfrm>
          <a:prstGeom prst="rect">
            <a:avLst/>
          </a:prstGeo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D33251AB-D9CE-D7BB-45A5-DDBC8FF05795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3217177" y="2204887"/>
            <a:ext cx="948582" cy="651551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6C191E4F-76E3-890D-5B1F-A97D70E2FFB1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7531290" y="2307908"/>
            <a:ext cx="948582" cy="651551"/>
          </a:xfrm>
          <a:prstGeom prst="rect">
            <a:avLst/>
          </a:prstGeom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4CF41910-E999-8088-4D00-3A957C08B961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3565768" y="4510733"/>
            <a:ext cx="948582" cy="651551"/>
          </a:xfrm>
          <a:prstGeom prst="rect">
            <a:avLst/>
          </a:prstGeom>
        </p:spPr>
      </p:pic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F1743167-A8AB-3571-DED7-13B729DB5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791E2-A3F6-4261-97D5-595AB41EA5EF}" type="slidenum">
              <a:rPr lang="es-CO" smtClean="0"/>
              <a:t>2</a:t>
            </a:fld>
            <a:endParaRPr lang="es-CO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5E8D3AB-36B6-1C9B-B22C-427D6C096103}"/>
              </a:ext>
            </a:extLst>
          </p:cNvPr>
          <p:cNvSpPr txBox="1"/>
          <p:nvPr/>
        </p:nvSpPr>
        <p:spPr>
          <a:xfrm>
            <a:off x="838200" y="2204887"/>
            <a:ext cx="1584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1.Introduction.</a:t>
            </a:r>
            <a:endParaRPr lang="es-CO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CFB37CD-51C8-93AE-A636-0C52D34CFB5B}"/>
              </a:ext>
            </a:extLst>
          </p:cNvPr>
          <p:cNvSpPr txBox="1"/>
          <p:nvPr/>
        </p:nvSpPr>
        <p:spPr>
          <a:xfrm>
            <a:off x="4946378" y="2316494"/>
            <a:ext cx="2097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2.Video Explanation.</a:t>
            </a:r>
            <a:endParaRPr lang="es-CO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76BDDCB-10F9-EAE0-E7B2-9346D78F596F}"/>
              </a:ext>
            </a:extLst>
          </p:cNvPr>
          <p:cNvSpPr txBox="1"/>
          <p:nvPr/>
        </p:nvSpPr>
        <p:spPr>
          <a:xfrm>
            <a:off x="8547464" y="2449017"/>
            <a:ext cx="2673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3.Importance of Education</a:t>
            </a:r>
            <a:endParaRPr lang="es-CO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549E95C-4FFB-1969-A301-E3128614DD99}"/>
              </a:ext>
            </a:extLst>
          </p:cNvPr>
          <p:cNvSpPr txBox="1"/>
          <p:nvPr/>
        </p:nvSpPr>
        <p:spPr>
          <a:xfrm>
            <a:off x="980848" y="4621615"/>
            <a:ext cx="1961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4.Real-life Example</a:t>
            </a:r>
            <a:endParaRPr lang="es-CO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9F56887-7DAA-A475-7A62-D3D963D5E817}"/>
              </a:ext>
            </a:extLst>
          </p:cNvPr>
          <p:cNvSpPr txBox="1"/>
          <p:nvPr/>
        </p:nvSpPr>
        <p:spPr>
          <a:xfrm>
            <a:off x="5535561" y="4621615"/>
            <a:ext cx="1438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5.Conclusion.</a:t>
            </a:r>
            <a:endParaRPr lang="es-CO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ED49B48-FA2B-B6E7-D579-DE5E71029B44}"/>
              </a:ext>
            </a:extLst>
          </p:cNvPr>
          <p:cNvSpPr txBox="1"/>
          <p:nvPr/>
        </p:nvSpPr>
        <p:spPr>
          <a:xfrm>
            <a:off x="276670" y="3116227"/>
            <a:ext cx="2972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Brief explanation of the topic.</a:t>
            </a:r>
            <a:endParaRPr lang="es-CO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803C414-9ED3-B770-3924-C8849A970F4B}"/>
              </a:ext>
            </a:extLst>
          </p:cNvPr>
          <p:cNvSpPr txBox="1"/>
          <p:nvPr/>
        </p:nvSpPr>
        <p:spPr>
          <a:xfrm>
            <a:off x="4894466" y="3133715"/>
            <a:ext cx="2316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Summary of the video.</a:t>
            </a:r>
            <a:endParaRPr lang="es-CO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A81D2F7-3228-0928-237B-219BBD195C48}"/>
              </a:ext>
            </a:extLst>
          </p:cNvPr>
          <p:cNvSpPr txBox="1"/>
          <p:nvPr/>
        </p:nvSpPr>
        <p:spPr>
          <a:xfrm>
            <a:off x="8220023" y="3185224"/>
            <a:ext cx="3753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Why Education Is Important For Gir’ls.</a:t>
            </a:r>
            <a:endParaRPr lang="es-CO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ADC2033-3BA5-1590-4888-8114C9942D91}"/>
              </a:ext>
            </a:extLst>
          </p:cNvPr>
          <p:cNvSpPr txBox="1"/>
          <p:nvPr/>
        </p:nvSpPr>
        <p:spPr>
          <a:xfrm>
            <a:off x="176980" y="5523455"/>
            <a:ext cx="3716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Connection of the video with real life.</a:t>
            </a:r>
            <a:endParaRPr lang="es-CO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63A27AFE-E7E2-698A-E86E-6C24C851804D}"/>
              </a:ext>
            </a:extLst>
          </p:cNvPr>
          <p:cNvSpPr txBox="1"/>
          <p:nvPr/>
        </p:nvSpPr>
        <p:spPr>
          <a:xfrm>
            <a:off x="4546215" y="5553862"/>
            <a:ext cx="3341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Group opinión and final reflexión.</a:t>
            </a:r>
            <a:endParaRPr lang="es-CO" dirty="0"/>
          </a:p>
        </p:txBody>
      </p:sp>
      <p:pic>
        <p:nvPicPr>
          <p:cNvPr id="23" name="Picture 5">
            <a:extLst>
              <a:ext uri="{FF2B5EF4-FFF2-40B4-BE49-F238E27FC236}">
                <a16:creationId xmlns:a16="http://schemas.microsoft.com/office/drawing/2014/main" id="{D5116448-59CA-68C4-0996-25950FDB79B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>
            <a:off x="8649928" y="4244450"/>
            <a:ext cx="3323109" cy="1244759"/>
          </a:xfrm>
          <a:prstGeom prst="rect">
            <a:avLst/>
          </a:prstGeom>
        </p:spPr>
      </p:pic>
      <p:pic>
        <p:nvPicPr>
          <p:cNvPr id="24" name="Picture 2">
            <a:extLst>
              <a:ext uri="{FF2B5EF4-FFF2-40B4-BE49-F238E27FC236}">
                <a16:creationId xmlns:a16="http://schemas.microsoft.com/office/drawing/2014/main" id="{F6C5E1EE-13CE-6DBA-2DF9-E53CF91D10C5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7785140" y="4522472"/>
            <a:ext cx="948582" cy="651551"/>
          </a:xfrm>
          <a:prstGeom prst="rect">
            <a:avLst/>
          </a:prstGeom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04059990-7FEE-1030-36D5-63DC673BE2BA}"/>
              </a:ext>
            </a:extLst>
          </p:cNvPr>
          <p:cNvSpPr txBox="1"/>
          <p:nvPr/>
        </p:nvSpPr>
        <p:spPr>
          <a:xfrm>
            <a:off x="8810488" y="4621615"/>
            <a:ext cx="30941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dirty="0"/>
              <a:t>6.</a:t>
            </a:r>
            <a:r>
              <a:rPr lang="en-US" sz="1600" dirty="0">
                <a:solidFill>
                  <a:srgbClr val="202F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Purpose/Goal of the presentation</a:t>
            </a:r>
            <a:endParaRPr lang="es-CO" sz="1600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8EED8BD2-63D0-FBA0-4776-06DFA02A15E4}"/>
              </a:ext>
            </a:extLst>
          </p:cNvPr>
          <p:cNvSpPr txBox="1"/>
          <p:nvPr/>
        </p:nvSpPr>
        <p:spPr>
          <a:xfrm>
            <a:off x="8259431" y="5523455"/>
            <a:ext cx="3753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Thank you very much for watching our presentation.</a:t>
            </a:r>
            <a:endParaRPr lang="es-CO" dirty="0"/>
          </a:p>
        </p:txBody>
      </p:sp>
      <p:pic>
        <p:nvPicPr>
          <p:cNvPr id="29" name="Contenido ">
            <a:hlinkClick r:id="" action="ppaction://media"/>
            <a:extLst>
              <a:ext uri="{FF2B5EF4-FFF2-40B4-BE49-F238E27FC236}">
                <a16:creationId xmlns:a16="http://schemas.microsoft.com/office/drawing/2014/main" id="{D683BA2C-3C5B-57AE-B3E0-9599EAB16A6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5054202" y="6295230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969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069" fill="hold"/>
                                        <p:tgtEl>
                                          <p:spTgt spid="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9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03142D-B011-F1E9-405E-C31946C76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0730" y="157919"/>
            <a:ext cx="3932237" cy="1600200"/>
          </a:xfrm>
        </p:spPr>
        <p:txBody>
          <a:bodyPr/>
          <a:lstStyle/>
          <a:p>
            <a:r>
              <a:rPr lang="es-ES" dirty="0"/>
              <a:t>Introduction</a:t>
            </a:r>
            <a:endParaRPr lang="es-CO" dirty="0"/>
          </a:p>
        </p:txBody>
      </p:sp>
      <p:pic>
        <p:nvPicPr>
          <p:cNvPr id="7" name="Marcador de posición de imagen 6">
            <a:extLst>
              <a:ext uri="{FF2B5EF4-FFF2-40B4-BE49-F238E27FC236}">
                <a16:creationId xmlns:a16="http://schemas.microsoft.com/office/drawing/2014/main" id="{5765EF64-0D25-E68E-5247-E91C18162B5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5" r="7785"/>
          <a:stretch>
            <a:fillRect/>
          </a:stretch>
        </p:blipFill>
        <p:spPr>
          <a:xfrm>
            <a:off x="6323730" y="2042768"/>
            <a:ext cx="4845715" cy="3826220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1A7A00-A3FB-95F6-25E0-9BDD234EF6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0730" y="1826099"/>
            <a:ext cx="3932237" cy="3811588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Presentation is about a boarding school in Afghanistan.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shows how girl’s study and the challenges they face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Will Explain Why Education is important and share a real-life example</a:t>
            </a:r>
            <a:r>
              <a:rPr lang="es-ES" dirty="0"/>
              <a:t>.</a:t>
            </a:r>
            <a:endParaRPr lang="es-CO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30682F9-F3D9-4C4D-1A60-9854FF25D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791E2-A3F6-4261-97D5-595AB41EA5EF}" type="slidenum">
              <a:rPr lang="es-CO" smtClean="0"/>
              <a:t>3</a:t>
            </a:fld>
            <a:endParaRPr lang="es-CO" dirty="0"/>
          </a:p>
        </p:txBody>
      </p:sp>
      <p:pic>
        <p:nvPicPr>
          <p:cNvPr id="8" name="Picture 15">
            <a:extLst>
              <a:ext uri="{FF2B5EF4-FFF2-40B4-BE49-F238E27FC236}">
                <a16:creationId xmlns:a16="http://schemas.microsoft.com/office/drawing/2014/main" id="{5DD7D42F-7124-BC7C-4EAB-D79F9F6532E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610600" y="777745"/>
            <a:ext cx="1633957" cy="980374"/>
          </a:xfrm>
          <a:prstGeom prst="rect">
            <a:avLst/>
          </a:prstGeom>
        </p:spPr>
      </p:pic>
      <p:pic>
        <p:nvPicPr>
          <p:cNvPr id="9" name="Picture 12">
            <a:extLst>
              <a:ext uri="{FF2B5EF4-FFF2-40B4-BE49-F238E27FC236}">
                <a16:creationId xmlns:a16="http://schemas.microsoft.com/office/drawing/2014/main" id="{EC8D5F39-EAE3-EC26-4100-EFF887AE606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 rot="21001909">
            <a:off x="-41349" y="69380"/>
            <a:ext cx="900694" cy="1136197"/>
          </a:xfrm>
          <a:prstGeom prst="rect">
            <a:avLst/>
          </a:prstGeom>
        </p:spPr>
      </p:pic>
      <p:pic>
        <p:nvPicPr>
          <p:cNvPr id="10" name="Picture 14">
            <a:extLst>
              <a:ext uri="{FF2B5EF4-FFF2-40B4-BE49-F238E27FC236}">
                <a16:creationId xmlns:a16="http://schemas.microsoft.com/office/drawing/2014/main" id="{5059F15E-F371-F4CB-49EE-46D158B7F8C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8700977" flipH="1">
            <a:off x="-328388" y="5265773"/>
            <a:ext cx="1235532" cy="1440673"/>
          </a:xfrm>
          <a:prstGeom prst="rect">
            <a:avLst/>
          </a:prstGeom>
        </p:spPr>
      </p:pic>
      <p:pic>
        <p:nvPicPr>
          <p:cNvPr id="11" name="Picture 20">
            <a:extLst>
              <a:ext uri="{FF2B5EF4-FFF2-40B4-BE49-F238E27FC236}">
                <a16:creationId xmlns:a16="http://schemas.microsoft.com/office/drawing/2014/main" id="{B4C0E332-1630-86FF-CDA6-26296B1EF01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>
            <a:fillRect/>
          </a:stretch>
        </p:blipFill>
        <p:spPr>
          <a:xfrm rot="18836673" flipH="1">
            <a:off x="9802853" y="6069441"/>
            <a:ext cx="779937" cy="741649"/>
          </a:xfrm>
          <a:prstGeom prst="rect">
            <a:avLst/>
          </a:prstGeom>
        </p:spPr>
      </p:pic>
      <p:pic>
        <p:nvPicPr>
          <p:cNvPr id="12" name="Picture 13">
            <a:extLst>
              <a:ext uri="{FF2B5EF4-FFF2-40B4-BE49-F238E27FC236}">
                <a16:creationId xmlns:a16="http://schemas.microsoft.com/office/drawing/2014/main" id="{AB0EB658-B3F2-E9EA-5A66-B7D09121461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>
          <a:xfrm rot="21036386">
            <a:off x="3113008" y="5764655"/>
            <a:ext cx="1999061" cy="1057685"/>
          </a:xfrm>
          <a:prstGeom prst="rect">
            <a:avLst/>
          </a:prstGeom>
        </p:spPr>
      </p:pic>
      <p:pic>
        <p:nvPicPr>
          <p:cNvPr id="13" name="Introducción ">
            <a:hlinkClick r:id="" action="ppaction://media"/>
            <a:extLst>
              <a:ext uri="{FF2B5EF4-FFF2-40B4-BE49-F238E27FC236}">
                <a16:creationId xmlns:a16="http://schemas.microsoft.com/office/drawing/2014/main" id="{33228886-1BCF-CF6C-BDB3-89A40BB09A3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5435061" y="6196583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38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113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0815E6-FE07-1004-C898-FDD5A88FD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Video Explanation</a:t>
            </a:r>
            <a:endParaRPr lang="es-CO" dirty="0"/>
          </a:p>
        </p:txBody>
      </p:sp>
      <p:pic>
        <p:nvPicPr>
          <p:cNvPr id="14" name="Marcador de posición de imagen 13">
            <a:extLst>
              <a:ext uri="{FF2B5EF4-FFF2-40B4-BE49-F238E27FC236}">
                <a16:creationId xmlns:a16="http://schemas.microsoft.com/office/drawing/2014/main" id="{43155C77-71E2-7EF4-DC9B-F9B97A5BE9D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60" r="15460"/>
          <a:stretch>
            <a:fillRect/>
          </a:stretch>
        </p:blipFill>
        <p:spPr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EA2FE7A-783E-BDA9-0800-24FC1E5252A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s-E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video shows the challenges and opportunities girls face in afghanistan schools,highlighting the importance of education for their future and personal growth.</a:t>
            </a:r>
            <a:endParaRPr lang="es-CO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3762105-D353-1F95-185E-967724D0A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791E2-A3F6-4261-97D5-595AB41EA5EF}" type="slidenum">
              <a:rPr lang="es-CO" smtClean="0"/>
              <a:t>4</a:t>
            </a:fld>
            <a:endParaRPr lang="es-CO" dirty="0"/>
          </a:p>
        </p:txBody>
      </p:sp>
      <p:pic>
        <p:nvPicPr>
          <p:cNvPr id="15" name="Picture 11">
            <a:extLst>
              <a:ext uri="{FF2B5EF4-FFF2-40B4-BE49-F238E27FC236}">
                <a16:creationId xmlns:a16="http://schemas.microsoft.com/office/drawing/2014/main" id="{19D45164-4376-51D7-A688-1CA51BE65D8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 rot="8468998">
            <a:off x="9762413" y="6177354"/>
            <a:ext cx="959305" cy="426995"/>
          </a:xfrm>
          <a:prstGeom prst="rect">
            <a:avLst/>
          </a:prstGeom>
        </p:spPr>
      </p:pic>
      <p:pic>
        <p:nvPicPr>
          <p:cNvPr id="16" name="Picture 17">
            <a:extLst>
              <a:ext uri="{FF2B5EF4-FFF2-40B4-BE49-F238E27FC236}">
                <a16:creationId xmlns:a16="http://schemas.microsoft.com/office/drawing/2014/main" id="{3AA7AF9A-B465-DA95-E529-662C06C7D19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 rot="3629229">
            <a:off x="355147" y="5022731"/>
            <a:ext cx="1448483" cy="2121976"/>
          </a:xfrm>
          <a:prstGeom prst="rect">
            <a:avLst/>
          </a:prstGeom>
        </p:spPr>
      </p:pic>
      <p:pic>
        <p:nvPicPr>
          <p:cNvPr id="17" name="Picture 18">
            <a:extLst>
              <a:ext uri="{FF2B5EF4-FFF2-40B4-BE49-F238E27FC236}">
                <a16:creationId xmlns:a16="http://schemas.microsoft.com/office/drawing/2014/main" id="{D23A56CE-32C5-FA9B-B447-FC67CBD15BC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7862921">
            <a:off x="2330863" y="5109540"/>
            <a:ext cx="916627" cy="1725041"/>
          </a:xfrm>
          <a:prstGeom prst="rect">
            <a:avLst/>
          </a:prstGeom>
        </p:spPr>
      </p:pic>
      <p:pic>
        <p:nvPicPr>
          <p:cNvPr id="18" name="Picture 12">
            <a:extLst>
              <a:ext uri="{FF2B5EF4-FFF2-40B4-BE49-F238E27FC236}">
                <a16:creationId xmlns:a16="http://schemas.microsoft.com/office/drawing/2014/main" id="{4FEE258F-05C5-097B-83C5-C908EE4D65A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>
            <a:fillRect/>
          </a:stretch>
        </p:blipFill>
        <p:spPr>
          <a:xfrm rot="11977355">
            <a:off x="314015" y="139889"/>
            <a:ext cx="2108859" cy="2234822"/>
          </a:xfrm>
          <a:prstGeom prst="rect">
            <a:avLst/>
          </a:prstGeom>
        </p:spPr>
      </p:pic>
      <p:pic>
        <p:nvPicPr>
          <p:cNvPr id="19" name="Picture 13">
            <a:extLst>
              <a:ext uri="{FF2B5EF4-FFF2-40B4-BE49-F238E27FC236}">
                <a16:creationId xmlns:a16="http://schemas.microsoft.com/office/drawing/2014/main" id="{73203D19-52BF-C858-85EA-124425F1A6E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 rot="19670751">
            <a:off x="436408" y="637194"/>
            <a:ext cx="1775826" cy="541045"/>
          </a:xfrm>
          <a:prstGeom prst="rect">
            <a:avLst/>
          </a:prstGeom>
        </p:spPr>
      </p:pic>
      <p:pic>
        <p:nvPicPr>
          <p:cNvPr id="20" name="audioXimena">
            <a:hlinkClick r:id="" action="ppaction://media"/>
            <a:extLst>
              <a:ext uri="{FF2B5EF4-FFF2-40B4-BE49-F238E27FC236}">
                <a16:creationId xmlns:a16="http://schemas.microsoft.com/office/drawing/2014/main" id="{9259F035-ABB6-0336-71D7-249603FCFD7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3768960" y="5521568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631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4192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E24DA1-2110-CC96-7611-02E313C2A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Importance education</a:t>
            </a:r>
            <a:endParaRPr lang="es-CO" dirty="0"/>
          </a:p>
        </p:txBody>
      </p:sp>
      <p:pic>
        <p:nvPicPr>
          <p:cNvPr id="7" name="Marcador de posición de imagen 6">
            <a:extLst>
              <a:ext uri="{FF2B5EF4-FFF2-40B4-BE49-F238E27FC236}">
                <a16:creationId xmlns:a16="http://schemas.microsoft.com/office/drawing/2014/main" id="{C19DE813-F092-033D-8328-C4FA8D0C71B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60" r="15460"/>
          <a:stretch>
            <a:fillRect/>
          </a:stretch>
        </p:blipFill>
        <p:spPr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59EBB79-B894-449C-0542-BDCB935CF07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s-E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 provides knowledge and skills,develops critical thinking,promotes equality,and empowers girls to build a better future.</a:t>
            </a:r>
            <a:endParaRPr lang="es-CO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8545722-B25F-ACC2-93C3-5D652BEA5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791E2-A3F6-4261-97D5-595AB41EA5EF}" type="slidenum">
              <a:rPr lang="es-CO" smtClean="0"/>
              <a:t>5</a:t>
            </a:fld>
            <a:endParaRPr lang="es-CO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E7827797-735A-E439-BF20-0F1E09293F2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240" y="126590"/>
            <a:ext cx="1183779" cy="1254242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C0777F9F-952E-D3AC-CE94-7C0074D64B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 rot="4709850">
            <a:off x="1055099" y="4744619"/>
            <a:ext cx="1526465" cy="2232861"/>
          </a:xfrm>
          <a:prstGeom prst="rect">
            <a:avLst/>
          </a:prstGeom>
        </p:spPr>
      </p:pic>
      <p:pic>
        <p:nvPicPr>
          <p:cNvPr id="10" name="audioJuanCabrera">
            <a:hlinkClick r:id="" action="ppaction://media"/>
            <a:extLst>
              <a:ext uri="{FF2B5EF4-FFF2-40B4-BE49-F238E27FC236}">
                <a16:creationId xmlns:a16="http://schemas.microsoft.com/office/drawing/2014/main" id="{9435751D-EEA6-CF80-A164-7D1FA690732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674599" y="5861049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166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512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E4912F-E95E-4167-B421-593DB1505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Real-life-Example</a:t>
            </a:r>
            <a:endParaRPr lang="es-CO" dirty="0"/>
          </a:p>
        </p:txBody>
      </p:sp>
      <p:pic>
        <p:nvPicPr>
          <p:cNvPr id="9" name="Marcador de posición de imagen 8">
            <a:extLst>
              <a:ext uri="{FF2B5EF4-FFF2-40B4-BE49-F238E27FC236}">
                <a16:creationId xmlns:a16="http://schemas.microsoft.com/office/drawing/2014/main" id="{177273A0-4B99-A85F-662F-CBD449A7E6F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60" r="15460"/>
          <a:stretch>
            <a:fillRect/>
          </a:stretch>
        </p:blipFill>
        <p:spPr>
          <a:xfrm>
            <a:off x="6721838" y="170278"/>
            <a:ext cx="5131568" cy="405193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C60F908-8C74-8E0D-B339-8B9B565028F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girl who was not allowed to attend school learned to read and write in secret,and later became a teacher to help other girls get an education</a:t>
            </a:r>
            <a:endParaRPr lang="es-CO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508E1C9-36F2-68EA-54DD-E638BD91F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791E2-A3F6-4261-97D5-595AB41EA5EF}" type="slidenum">
              <a:rPr lang="es-CO" smtClean="0"/>
              <a:t>6</a:t>
            </a:fld>
            <a:endParaRPr lang="es-CO" dirty="0"/>
          </a:p>
        </p:txBody>
      </p:sp>
      <p:pic>
        <p:nvPicPr>
          <p:cNvPr id="11" name="Picture 5">
            <a:extLst>
              <a:ext uri="{FF2B5EF4-FFF2-40B4-BE49-F238E27FC236}">
                <a16:creationId xmlns:a16="http://schemas.microsoft.com/office/drawing/2014/main" id="{2F2DAC9B-F251-F91C-C914-40D3BBFFE2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428625" y="234276"/>
            <a:ext cx="2648872" cy="1250775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E6E37D06-83EB-0892-9083-0AC35AA1BB11}"/>
              </a:ext>
            </a:extLst>
          </p:cNvPr>
          <p:cNvSpPr txBox="1"/>
          <p:nvPr/>
        </p:nvSpPr>
        <p:spPr>
          <a:xfrm>
            <a:off x="707923" y="664259"/>
            <a:ext cx="2074607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Real-life-Example</a:t>
            </a:r>
          </a:p>
          <a:p>
            <a:endParaRPr lang="es-CO" dirty="0"/>
          </a:p>
        </p:txBody>
      </p:sp>
      <p:pic>
        <p:nvPicPr>
          <p:cNvPr id="13" name="Picture 3">
            <a:extLst>
              <a:ext uri="{FF2B5EF4-FFF2-40B4-BE49-F238E27FC236}">
                <a16:creationId xmlns:a16="http://schemas.microsoft.com/office/drawing/2014/main" id="{1BFE286D-9502-4E4A-780A-5CA4ABE0A37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3728574" y="629110"/>
            <a:ext cx="2909228" cy="2158703"/>
          </a:xfrm>
          <a:prstGeom prst="rect">
            <a:avLst/>
          </a:prstGeom>
        </p:spPr>
      </p:pic>
      <p:pic>
        <p:nvPicPr>
          <p:cNvPr id="14" name="Picture 2">
            <a:extLst>
              <a:ext uri="{FF2B5EF4-FFF2-40B4-BE49-F238E27FC236}">
                <a16:creationId xmlns:a16="http://schemas.microsoft.com/office/drawing/2014/main" id="{CC336222-0B17-D2C5-D7FD-802A0299142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>
          <a:xfrm rot="5495810">
            <a:off x="2224034" y="5212077"/>
            <a:ext cx="1314673" cy="1658417"/>
          </a:xfrm>
          <a:prstGeom prst="rect">
            <a:avLst/>
          </a:prstGeom>
        </p:spPr>
      </p:pic>
      <p:pic>
        <p:nvPicPr>
          <p:cNvPr id="15" name="Picture 4">
            <a:extLst>
              <a:ext uri="{FF2B5EF4-FFF2-40B4-BE49-F238E27FC236}">
                <a16:creationId xmlns:a16="http://schemas.microsoft.com/office/drawing/2014/main" id="{C0D84D06-1A92-C251-1E27-129F6D07D81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>
          <a:xfrm>
            <a:off x="7810649" y="4426090"/>
            <a:ext cx="2443539" cy="1292854"/>
          </a:xfrm>
          <a:prstGeom prst="rect">
            <a:avLst/>
          </a:prstGeom>
        </p:spPr>
      </p:pic>
      <p:pic>
        <p:nvPicPr>
          <p:cNvPr id="16" name="WhatsApp Audio 2026-03-14 at 12.23.18 PM - copia (2)">
            <a:hlinkClick r:id="" action="ppaction://media"/>
            <a:extLst>
              <a:ext uri="{FF2B5EF4-FFF2-40B4-BE49-F238E27FC236}">
                <a16:creationId xmlns:a16="http://schemas.microsoft.com/office/drawing/2014/main" id="{9D4FEA6D-8D95-F5CF-2D60-D19B0712C69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4922953" y="5553922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45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024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69E0AB-4360-0437-A2A4-9A9B1320B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Conclusion/Group Opinion</a:t>
            </a:r>
            <a:br>
              <a:rPr lang="en-US" dirty="0">
                <a:solidFill>
                  <a:srgbClr val="202F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s-CO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3932FCB-8644-6AEC-5661-122D91AFE6F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group,we believe education is essential for every girls future and can make a positive impact on society</a:t>
            </a:r>
            <a:endParaRPr lang="es-CO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CE980F5-030D-45DE-82A4-F9500C1C8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791E2-A3F6-4261-97D5-595AB41EA5EF}" type="slidenum">
              <a:rPr lang="es-CO" smtClean="0"/>
              <a:t>7</a:t>
            </a:fld>
            <a:endParaRPr lang="es-CO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3B02D5D-3309-CC62-6921-1A6839AE4B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4714" y="1442202"/>
            <a:ext cx="5897498" cy="321681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7" name="audioluis">
            <a:hlinkClick r:id="" action="ppaction://media"/>
            <a:extLst>
              <a:ext uri="{FF2B5EF4-FFF2-40B4-BE49-F238E27FC236}">
                <a16:creationId xmlns:a16="http://schemas.microsoft.com/office/drawing/2014/main" id="{9F6854EA-F361-1375-6250-3A4E3670A51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007112" y="5381625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737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829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A43A46-EFCB-5645-2BB3-85FB57494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Purpose/Goal of the presentation</a:t>
            </a:r>
            <a:endParaRPr lang="es-CO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1035B70A-BCDA-DA91-6B2D-B87741427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791E2-A3F6-4261-97D5-595AB41EA5EF}" type="slidenum">
              <a:rPr lang="es-CO" smtClean="0"/>
              <a:t>8</a:t>
            </a:fld>
            <a:endParaRPr lang="es-C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42B0537-93F5-1615-8FBA-5E104D925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0074" y="1690688"/>
            <a:ext cx="7349407" cy="410199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92646241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117</TotalTime>
  <Words>256</Words>
  <Application>Microsoft Office PowerPoint</Application>
  <PresentationFormat>Panorámica</PresentationFormat>
  <Paragraphs>42</Paragraphs>
  <Slides>8</Slides>
  <Notes>0</Notes>
  <HiddenSlides>0</HiddenSlides>
  <MMClips>7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Wingdings</vt:lpstr>
      <vt:lpstr>Tema de Office</vt:lpstr>
      <vt:lpstr>Education in a Boarding School in Afghanistan </vt:lpstr>
      <vt:lpstr>Content</vt:lpstr>
      <vt:lpstr>Introduction</vt:lpstr>
      <vt:lpstr>Video Explanation</vt:lpstr>
      <vt:lpstr>Importance education</vt:lpstr>
      <vt:lpstr>Real-life-Example</vt:lpstr>
      <vt:lpstr>Conclusion/Group Opinion </vt:lpstr>
      <vt:lpstr>Purpose/Goal of the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Pablo Blandon Quintero</dc:creator>
  <cp:lastModifiedBy>Juan Pablo Blandon Quintero</cp:lastModifiedBy>
  <cp:revision>2</cp:revision>
  <dcterms:created xsi:type="dcterms:W3CDTF">2026-03-14T17:45:11Z</dcterms:created>
  <dcterms:modified xsi:type="dcterms:W3CDTF">2026-03-14T19:42:20Z</dcterms:modified>
</cp:coreProperties>
</file>